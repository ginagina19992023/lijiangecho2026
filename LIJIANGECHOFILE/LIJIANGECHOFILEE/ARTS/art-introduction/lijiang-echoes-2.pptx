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00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9.xml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tags" Target="../tags/tag68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3.xml"/><Relationship Id="rId7" Type="http://schemas.openxmlformats.org/officeDocument/2006/relationships/image" Target="../media/image6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72.xml"/><Relationship Id="rId3" Type="http://schemas.openxmlformats.org/officeDocument/2006/relationships/image" Target="../media/image5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76.xml"/><Relationship Id="rId3" Type="http://schemas.openxmlformats.org/officeDocument/2006/relationships/image" Target="../media/image7.png"/><Relationship Id="rId2" Type="http://schemas.openxmlformats.org/officeDocument/2006/relationships/tags" Target="../tags/tag75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80.xml"/><Relationship Id="rId3" Type="http://schemas.openxmlformats.org/officeDocument/2006/relationships/image" Target="../media/image10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5.xml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tags" Target="../tags/tag84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8.xml"/><Relationship Id="rId3" Type="http://schemas.openxmlformats.org/officeDocument/2006/relationships/image" Target="../media/image13.png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漓江回</a:t>
            </a:r>
            <a:r>
              <a:rPr lang="zh-CN" altLang="zh-CN"/>
              <a:t>声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美术介绍，</a:t>
            </a:r>
            <a:r>
              <a:rPr lang="en-US" altLang="zh-CN"/>
              <a:t>mr</a:t>
            </a:r>
            <a:r>
              <a:rPr lang="zh-CN" altLang="en-US"/>
              <a:t>答疑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开头</a:t>
            </a:r>
            <a:r>
              <a:rPr lang="zh-CN" altLang="en-US"/>
              <a:t>加载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6855" y="2021840"/>
            <a:ext cx="5011420" cy="24536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665" y="2021840"/>
            <a:ext cx="4644390" cy="2614295"/>
          </a:xfrm>
          <a:prstGeom prst="rect">
            <a:avLst/>
          </a:prstGeom>
        </p:spPr>
      </p:pic>
      <p:pic>
        <p:nvPicPr>
          <p:cNvPr id="6" name="图片 5" descr="箭头-直角-向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9270" y="2971800"/>
            <a:ext cx="914400" cy="9144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中间</a:t>
            </a:r>
            <a:r>
              <a:rPr lang="zh-CN" altLang="en-US"/>
              <a:t>选择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2282190"/>
            <a:ext cx="4942840" cy="2480310"/>
          </a:xfrm>
          <a:prstGeom prst="rect">
            <a:avLst/>
          </a:prstGeom>
        </p:spPr>
      </p:pic>
      <p:pic>
        <p:nvPicPr>
          <p:cNvPr id="6" name="图片 5" descr="箭头-直角-向右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9270" y="2971800"/>
            <a:ext cx="914400" cy="914400"/>
          </a:xfrm>
          <a:prstGeom prst="rect">
            <a:avLst/>
          </a:prstGeom>
        </p:spPr>
      </p:pic>
      <p:pic>
        <p:nvPicPr>
          <p:cNvPr id="5" name="图片 4" descr="1f2f992e1290c46937b73845f0f227d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3395" y="2219325"/>
            <a:ext cx="4733925" cy="254317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进场</a:t>
            </a:r>
            <a:r>
              <a:rPr lang="zh-CN" altLang="en-US"/>
              <a:t>动画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3525" y="2062480"/>
            <a:ext cx="5415280" cy="2984500"/>
          </a:xfrm>
          <a:prstGeom prst="rect">
            <a:avLst/>
          </a:prstGeom>
        </p:spPr>
      </p:pic>
      <p:pic>
        <p:nvPicPr>
          <p:cNvPr id="6" name="图片 5" descr="箭头-直角-向右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9270" y="2971800"/>
            <a:ext cx="914400" cy="914400"/>
          </a:xfrm>
          <a:prstGeom prst="rect">
            <a:avLst/>
          </a:prstGeom>
        </p:spPr>
      </p:pic>
      <p:pic>
        <p:nvPicPr>
          <p:cNvPr id="7" name="图片 6" descr="edd4269a66de005e281c1557b4eed6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7660" y="3429000"/>
            <a:ext cx="5085080" cy="2873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7660" y="673100"/>
            <a:ext cx="4881245" cy="275590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过场动</a:t>
            </a:r>
            <a:r>
              <a:rPr lang="zh-CN" altLang="en-US"/>
              <a:t>画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5440" y="2306955"/>
            <a:ext cx="4892040" cy="2378075"/>
          </a:xfrm>
          <a:prstGeom prst="rect">
            <a:avLst/>
          </a:prstGeom>
        </p:spPr>
      </p:pic>
      <p:pic>
        <p:nvPicPr>
          <p:cNvPr id="6" name="图片 5" descr="箭头-直角-向右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9270" y="2971800"/>
            <a:ext cx="914400" cy="9144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关卡</a:t>
            </a:r>
            <a:endParaRPr lang="zh-CN" altLang="en-US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4635" y="2506345"/>
            <a:ext cx="5025390" cy="2809875"/>
          </a:xfrm>
          <a:prstGeom prst="rect">
            <a:avLst/>
          </a:prstGeom>
        </p:spPr>
      </p:pic>
      <p:pic>
        <p:nvPicPr>
          <p:cNvPr id="4" name="图片 3" descr="c85430b897da67b1091d54652bd7f96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10" y="2588895"/>
            <a:ext cx="4918710" cy="2727325"/>
          </a:xfrm>
          <a:prstGeom prst="rect">
            <a:avLst/>
          </a:prstGeom>
        </p:spPr>
      </p:pic>
      <p:pic>
        <p:nvPicPr>
          <p:cNvPr id="6" name="图片 5" descr="箭头-直角-向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1305" y="3195320"/>
            <a:ext cx="914400" cy="9144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卡片</a:t>
            </a:r>
            <a:r>
              <a:rPr lang="zh-CN" altLang="en-US"/>
              <a:t>答疑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67025" y="1490345"/>
            <a:ext cx="645096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时间</a:t>
            </a:r>
            <a:r>
              <a:rPr lang="zh-CN" altLang="en-US"/>
              <a:t>表</a:t>
            </a:r>
            <a:endParaRPr lang="zh-CN" altLang="en-US"/>
          </a:p>
        </p:txBody>
      </p:sp>
      <p:graphicFrame>
        <p:nvGraphicFramePr>
          <p:cNvPr id="5" name="内容占位符 4"/>
          <p:cNvGraphicFramePr/>
          <p:nvPr>
            <p:ph idx="1"/>
            <p:custDataLst>
              <p:tags r:id="rId2"/>
            </p:custDataLst>
          </p:nvPr>
        </p:nvGraphicFramePr>
        <p:xfrm>
          <a:off x="565467" y="1946270"/>
          <a:ext cx="11061065" cy="3858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/>
                <a:gridCol w="1524000"/>
                <a:gridCol w="4523740"/>
                <a:gridCol w="2174240"/>
                <a:gridCol w="556260"/>
                <a:gridCol w="555625"/>
              </a:tblGrid>
              <a:tr h="8667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5.25-6.1</a:t>
                      </a:r>
                      <a:endParaRPr lang="en-US" altLang="zh-CN" sz="16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6.2-6.20</a:t>
                      </a:r>
                      <a:endParaRPr lang="en-US" altLang="zh-CN" sz="16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6.20-6.25</a:t>
                      </a:r>
                      <a:endParaRPr lang="en-US" altLang="zh-CN" sz="16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6.25-6.30</a:t>
                      </a:r>
                      <a:endParaRPr lang="en-US" altLang="zh-CN" sz="16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125793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美术最后收尾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程序上场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完成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unity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程序制作，对接线下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mr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设备，加入音效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准备比赛资料参加比赛内容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8667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  <a:tr h="86677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zh-CN" altLang="en-US" sz="1600"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695960" y="1440000"/>
            <a:ext cx="10800080" cy="4932000"/>
          </a:xfrm>
          <a:prstGeom prst="rect">
            <a:avLst/>
          </a:prstGeom>
          <a:gradFill>
            <a:gsLst>
              <a:gs pos="0">
                <a:schemeClr val="accent1">
                  <a:alpha val="5000"/>
                </a:schemeClr>
              </a:gs>
              <a:gs pos="10000">
                <a:schemeClr val="accent1">
                  <a:lumMod val="45000"/>
                  <a:lumOff val="55000"/>
                  <a:alpha val="0"/>
                </a:schemeClr>
              </a:gs>
              <a:gs pos="86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>
                  <a:alpha val="5000"/>
                </a:schemeClr>
              </a:gs>
            </a:gsLst>
            <a:lin ang="0" scaled="0"/>
          </a:gradFill>
          <a:ln w="22225">
            <a:gradFill>
              <a:gsLst>
                <a:gs pos="100000">
                  <a:schemeClr val="accent1">
                    <a:alpha val="40000"/>
                  </a:schemeClr>
                </a:gs>
                <a:gs pos="27000">
                  <a:schemeClr val="accent1">
                    <a:lumMod val="20000"/>
                    <a:lumOff val="80000"/>
                    <a:alpha val="0"/>
                  </a:schemeClr>
                </a:gs>
                <a:gs pos="73000">
                  <a:schemeClr val="accent1">
                    <a:lumMod val="20000"/>
                    <a:lumOff val="80000"/>
                    <a:alpha val="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000" dirty="0">
              <a:solidFill>
                <a:schemeClr val="accen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美术缺失的内容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任意多边形: 形状 14"/>
          <p:cNvSpPr/>
          <p:nvPr>
            <p:custDataLst>
              <p:tags r:id="rId3"/>
            </p:custDataLst>
          </p:nvPr>
        </p:nvSpPr>
        <p:spPr>
          <a:xfrm>
            <a:off x="650074" y="60802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8900000" algn="b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14"/>
          <p:cNvSpPr/>
          <p:nvPr>
            <p:custDataLst>
              <p:tags r:id="rId4"/>
            </p:custDataLst>
          </p:nvPr>
        </p:nvSpPr>
        <p:spPr>
          <a:xfrm rot="5400000">
            <a:off x="650074" y="139329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14"/>
          <p:cNvSpPr/>
          <p:nvPr>
            <p:custDataLst>
              <p:tags r:id="rId5"/>
            </p:custDataLst>
          </p:nvPr>
        </p:nvSpPr>
        <p:spPr>
          <a:xfrm flipH="1">
            <a:off x="11196789" y="6080862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13500000" algn="b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14"/>
          <p:cNvSpPr/>
          <p:nvPr>
            <p:custDataLst>
              <p:tags r:id="rId6"/>
            </p:custDataLst>
          </p:nvPr>
        </p:nvSpPr>
        <p:spPr>
          <a:xfrm rot="16200000" flipH="1">
            <a:off x="11196789" y="1393927"/>
            <a:ext cx="352425" cy="352425"/>
          </a:xfrm>
          <a:custGeom>
            <a:avLst/>
            <a:gdLst>
              <a:gd name="connsiteX0" fmla="*/ 38113 w 352425"/>
              <a:gd name="connsiteY0" fmla="*/ 0 h 352425"/>
              <a:gd name="connsiteX1" fmla="*/ 62232 w 352425"/>
              <a:gd name="connsiteY1" fmla="*/ 0 h 352425"/>
              <a:gd name="connsiteX2" fmla="*/ 100328 w 352425"/>
              <a:gd name="connsiteY2" fmla="*/ 38098 h 352425"/>
              <a:gd name="connsiteX3" fmla="*/ 100328 w 352425"/>
              <a:gd name="connsiteY3" fmla="*/ 209562 h 352425"/>
              <a:gd name="connsiteX4" fmla="*/ 138416 w 352425"/>
              <a:gd name="connsiteY4" fmla="*/ 247653 h 352425"/>
              <a:gd name="connsiteX5" fmla="*/ 314342 w 352425"/>
              <a:gd name="connsiteY5" fmla="*/ 247653 h 352425"/>
              <a:gd name="connsiteX6" fmla="*/ 352425 w 352425"/>
              <a:gd name="connsiteY6" fmla="*/ 285734 h 352425"/>
              <a:gd name="connsiteX7" fmla="*/ 352425 w 352425"/>
              <a:gd name="connsiteY7" fmla="*/ 314327 h 352425"/>
              <a:gd name="connsiteX8" fmla="*/ 314323 w 352425"/>
              <a:gd name="connsiteY8" fmla="*/ 352425 h 352425"/>
              <a:gd name="connsiteX9" fmla="*/ 38109 w 352425"/>
              <a:gd name="connsiteY9" fmla="*/ 352425 h 352425"/>
              <a:gd name="connsiteX10" fmla="*/ 0 w 352425"/>
              <a:gd name="connsiteY10" fmla="*/ 314316 h 352425"/>
              <a:gd name="connsiteX11" fmla="*/ 0 w 352425"/>
              <a:gd name="connsiteY11" fmla="*/ 38113 h 352425"/>
              <a:gd name="connsiteX12" fmla="*/ 38113 w 352425"/>
              <a:gd name="connsiteY12" fmla="*/ 0 h 352425"/>
              <a:gd name="connsiteX0-1" fmla="*/ 38113 w 352425"/>
              <a:gd name="connsiteY0-2" fmla="*/ 0 h 352425"/>
              <a:gd name="connsiteX1-3" fmla="*/ 62232 w 352425"/>
              <a:gd name="connsiteY1-4" fmla="*/ 0 h 352425"/>
              <a:gd name="connsiteX2-5" fmla="*/ 100328 w 352425"/>
              <a:gd name="connsiteY2-6" fmla="*/ 38098 h 352425"/>
              <a:gd name="connsiteX3-7" fmla="*/ 100328 w 352425"/>
              <a:gd name="connsiteY3-8" fmla="*/ 209562 h 352425"/>
              <a:gd name="connsiteX4-9" fmla="*/ 138416 w 352425"/>
              <a:gd name="connsiteY4-10" fmla="*/ 247653 h 352425"/>
              <a:gd name="connsiteX5-11" fmla="*/ 314342 w 352425"/>
              <a:gd name="connsiteY5-12" fmla="*/ 247653 h 352425"/>
              <a:gd name="connsiteX6-13" fmla="*/ 352425 w 352425"/>
              <a:gd name="connsiteY6-14" fmla="*/ 285734 h 352425"/>
              <a:gd name="connsiteX7-15" fmla="*/ 352425 w 352425"/>
              <a:gd name="connsiteY7-16" fmla="*/ 314327 h 352425"/>
              <a:gd name="connsiteX8-17" fmla="*/ 314323 w 352425"/>
              <a:gd name="connsiteY8-18" fmla="*/ 352425 h 352425"/>
              <a:gd name="connsiteX9-19" fmla="*/ 38109 w 352425"/>
              <a:gd name="connsiteY9-20" fmla="*/ 352425 h 352425"/>
              <a:gd name="connsiteX10-21" fmla="*/ 0 w 352425"/>
              <a:gd name="connsiteY10-22" fmla="*/ 314316 h 352425"/>
              <a:gd name="connsiteX11-23" fmla="*/ 0 w 352425"/>
              <a:gd name="connsiteY11-24" fmla="*/ 38113 h 352425"/>
              <a:gd name="connsiteX12-25" fmla="*/ 38113 w 352425"/>
              <a:gd name="connsiteY12-26" fmla="*/ 0 h 352425"/>
              <a:gd name="connsiteX0-27" fmla="*/ 38113 w 352425"/>
              <a:gd name="connsiteY0-28" fmla="*/ 0 h 352425"/>
              <a:gd name="connsiteX1-29" fmla="*/ 62232 w 352425"/>
              <a:gd name="connsiteY1-30" fmla="*/ 0 h 352425"/>
              <a:gd name="connsiteX2-31" fmla="*/ 100328 w 352425"/>
              <a:gd name="connsiteY2-32" fmla="*/ 38098 h 352425"/>
              <a:gd name="connsiteX3-33" fmla="*/ 100328 w 352425"/>
              <a:gd name="connsiteY3-34" fmla="*/ 209562 h 352425"/>
              <a:gd name="connsiteX4-35" fmla="*/ 138416 w 352425"/>
              <a:gd name="connsiteY4-36" fmla="*/ 247653 h 352425"/>
              <a:gd name="connsiteX5-37" fmla="*/ 314342 w 352425"/>
              <a:gd name="connsiteY5-38" fmla="*/ 247653 h 352425"/>
              <a:gd name="connsiteX6-39" fmla="*/ 352425 w 352425"/>
              <a:gd name="connsiteY6-40" fmla="*/ 285734 h 352425"/>
              <a:gd name="connsiteX7-41" fmla="*/ 352425 w 352425"/>
              <a:gd name="connsiteY7-42" fmla="*/ 314327 h 352425"/>
              <a:gd name="connsiteX8-43" fmla="*/ 314323 w 352425"/>
              <a:gd name="connsiteY8-44" fmla="*/ 352425 h 352425"/>
              <a:gd name="connsiteX9-45" fmla="*/ 38109 w 352425"/>
              <a:gd name="connsiteY9-46" fmla="*/ 352425 h 352425"/>
              <a:gd name="connsiteX10-47" fmla="*/ 0 w 352425"/>
              <a:gd name="connsiteY10-48" fmla="*/ 314316 h 352425"/>
              <a:gd name="connsiteX11-49" fmla="*/ 0 w 352425"/>
              <a:gd name="connsiteY11-50" fmla="*/ 38113 h 352425"/>
              <a:gd name="connsiteX12-51" fmla="*/ 38113 w 352425"/>
              <a:gd name="connsiteY12-52" fmla="*/ 0 h 352425"/>
              <a:gd name="connsiteX0-53" fmla="*/ 38113 w 352425"/>
              <a:gd name="connsiteY0-54" fmla="*/ 0 h 352425"/>
              <a:gd name="connsiteX1-55" fmla="*/ 62232 w 352425"/>
              <a:gd name="connsiteY1-56" fmla="*/ 0 h 352425"/>
              <a:gd name="connsiteX2-57" fmla="*/ 100328 w 352425"/>
              <a:gd name="connsiteY2-58" fmla="*/ 38098 h 352425"/>
              <a:gd name="connsiteX3-59" fmla="*/ 100328 w 352425"/>
              <a:gd name="connsiteY3-60" fmla="*/ 209562 h 352425"/>
              <a:gd name="connsiteX4-61" fmla="*/ 138416 w 352425"/>
              <a:gd name="connsiteY4-62" fmla="*/ 247653 h 352425"/>
              <a:gd name="connsiteX5-63" fmla="*/ 314342 w 352425"/>
              <a:gd name="connsiteY5-64" fmla="*/ 247653 h 352425"/>
              <a:gd name="connsiteX6-65" fmla="*/ 352425 w 352425"/>
              <a:gd name="connsiteY6-66" fmla="*/ 285734 h 352425"/>
              <a:gd name="connsiteX7-67" fmla="*/ 352425 w 352425"/>
              <a:gd name="connsiteY7-68" fmla="*/ 314327 h 352425"/>
              <a:gd name="connsiteX8-69" fmla="*/ 314323 w 352425"/>
              <a:gd name="connsiteY8-70" fmla="*/ 352425 h 352425"/>
              <a:gd name="connsiteX9-71" fmla="*/ 38109 w 352425"/>
              <a:gd name="connsiteY9-72" fmla="*/ 352425 h 352425"/>
              <a:gd name="connsiteX10-73" fmla="*/ 0 w 352425"/>
              <a:gd name="connsiteY10-74" fmla="*/ 314316 h 352425"/>
              <a:gd name="connsiteX11-75" fmla="*/ 0 w 352425"/>
              <a:gd name="connsiteY11-76" fmla="*/ 38113 h 352425"/>
              <a:gd name="connsiteX12-77" fmla="*/ 38113 w 352425"/>
              <a:gd name="connsiteY12-78" fmla="*/ 0 h 352425"/>
              <a:gd name="connsiteX0-79" fmla="*/ 38113 w 352425"/>
              <a:gd name="connsiteY0-80" fmla="*/ 0 h 352425"/>
              <a:gd name="connsiteX1-81" fmla="*/ 62232 w 352425"/>
              <a:gd name="connsiteY1-82" fmla="*/ 0 h 352425"/>
              <a:gd name="connsiteX2-83" fmla="*/ 100328 w 352425"/>
              <a:gd name="connsiteY2-84" fmla="*/ 38098 h 352425"/>
              <a:gd name="connsiteX3-85" fmla="*/ 100328 w 352425"/>
              <a:gd name="connsiteY3-86" fmla="*/ 209562 h 352425"/>
              <a:gd name="connsiteX4-87" fmla="*/ 138416 w 352425"/>
              <a:gd name="connsiteY4-88" fmla="*/ 247653 h 352425"/>
              <a:gd name="connsiteX5-89" fmla="*/ 314342 w 352425"/>
              <a:gd name="connsiteY5-90" fmla="*/ 247653 h 352425"/>
              <a:gd name="connsiteX6-91" fmla="*/ 352425 w 352425"/>
              <a:gd name="connsiteY6-92" fmla="*/ 285734 h 352425"/>
              <a:gd name="connsiteX7-93" fmla="*/ 352425 w 352425"/>
              <a:gd name="connsiteY7-94" fmla="*/ 314327 h 352425"/>
              <a:gd name="connsiteX8-95" fmla="*/ 314323 w 352425"/>
              <a:gd name="connsiteY8-96" fmla="*/ 352425 h 352425"/>
              <a:gd name="connsiteX9-97" fmla="*/ 38109 w 352425"/>
              <a:gd name="connsiteY9-98" fmla="*/ 352425 h 352425"/>
              <a:gd name="connsiteX10-99" fmla="*/ 0 w 352425"/>
              <a:gd name="connsiteY10-100" fmla="*/ 314316 h 352425"/>
              <a:gd name="connsiteX11-101" fmla="*/ 0 w 352425"/>
              <a:gd name="connsiteY11-102" fmla="*/ 38113 h 352425"/>
              <a:gd name="connsiteX12-103" fmla="*/ 38113 w 352425"/>
              <a:gd name="connsiteY12-104" fmla="*/ 0 h 352425"/>
              <a:gd name="connsiteX0-105" fmla="*/ 38113 w 352425"/>
              <a:gd name="connsiteY0-106" fmla="*/ 0 h 352425"/>
              <a:gd name="connsiteX1-107" fmla="*/ 62232 w 352425"/>
              <a:gd name="connsiteY1-108" fmla="*/ 0 h 352425"/>
              <a:gd name="connsiteX2-109" fmla="*/ 100328 w 352425"/>
              <a:gd name="connsiteY2-110" fmla="*/ 38098 h 352425"/>
              <a:gd name="connsiteX3-111" fmla="*/ 100328 w 352425"/>
              <a:gd name="connsiteY3-112" fmla="*/ 209562 h 352425"/>
              <a:gd name="connsiteX4-113" fmla="*/ 138416 w 352425"/>
              <a:gd name="connsiteY4-114" fmla="*/ 247653 h 352425"/>
              <a:gd name="connsiteX5-115" fmla="*/ 314342 w 352425"/>
              <a:gd name="connsiteY5-116" fmla="*/ 247653 h 352425"/>
              <a:gd name="connsiteX6-117" fmla="*/ 352425 w 352425"/>
              <a:gd name="connsiteY6-118" fmla="*/ 285734 h 352425"/>
              <a:gd name="connsiteX7-119" fmla="*/ 352425 w 352425"/>
              <a:gd name="connsiteY7-120" fmla="*/ 314327 h 352425"/>
              <a:gd name="connsiteX8-121" fmla="*/ 314323 w 352425"/>
              <a:gd name="connsiteY8-122" fmla="*/ 352425 h 352425"/>
              <a:gd name="connsiteX9-123" fmla="*/ 38109 w 352425"/>
              <a:gd name="connsiteY9-124" fmla="*/ 352425 h 352425"/>
              <a:gd name="connsiteX10-125" fmla="*/ 0 w 352425"/>
              <a:gd name="connsiteY10-126" fmla="*/ 314316 h 352425"/>
              <a:gd name="connsiteX11-127" fmla="*/ 0 w 352425"/>
              <a:gd name="connsiteY11-128" fmla="*/ 38113 h 352425"/>
              <a:gd name="connsiteX12-129" fmla="*/ 38113 w 352425"/>
              <a:gd name="connsiteY12-130" fmla="*/ 0 h 352425"/>
              <a:gd name="connsiteX0-131" fmla="*/ 38113 w 352425"/>
              <a:gd name="connsiteY0-132" fmla="*/ 0 h 352425"/>
              <a:gd name="connsiteX1-133" fmla="*/ 62232 w 352425"/>
              <a:gd name="connsiteY1-134" fmla="*/ 0 h 352425"/>
              <a:gd name="connsiteX2-135" fmla="*/ 100328 w 352425"/>
              <a:gd name="connsiteY2-136" fmla="*/ 38098 h 352425"/>
              <a:gd name="connsiteX3-137" fmla="*/ 100328 w 352425"/>
              <a:gd name="connsiteY3-138" fmla="*/ 209562 h 352425"/>
              <a:gd name="connsiteX4-139" fmla="*/ 138416 w 352425"/>
              <a:gd name="connsiteY4-140" fmla="*/ 247653 h 352425"/>
              <a:gd name="connsiteX5-141" fmla="*/ 314342 w 352425"/>
              <a:gd name="connsiteY5-142" fmla="*/ 247653 h 352425"/>
              <a:gd name="connsiteX6-143" fmla="*/ 352425 w 352425"/>
              <a:gd name="connsiteY6-144" fmla="*/ 285734 h 352425"/>
              <a:gd name="connsiteX7-145" fmla="*/ 352425 w 352425"/>
              <a:gd name="connsiteY7-146" fmla="*/ 314327 h 352425"/>
              <a:gd name="connsiteX8-147" fmla="*/ 314323 w 352425"/>
              <a:gd name="connsiteY8-148" fmla="*/ 352425 h 352425"/>
              <a:gd name="connsiteX9-149" fmla="*/ 38109 w 352425"/>
              <a:gd name="connsiteY9-150" fmla="*/ 352425 h 352425"/>
              <a:gd name="connsiteX10-151" fmla="*/ 0 w 352425"/>
              <a:gd name="connsiteY10-152" fmla="*/ 314316 h 352425"/>
              <a:gd name="connsiteX11-153" fmla="*/ 0 w 352425"/>
              <a:gd name="connsiteY11-154" fmla="*/ 38113 h 352425"/>
              <a:gd name="connsiteX12-155" fmla="*/ 38113 w 352425"/>
              <a:gd name="connsiteY12-156" fmla="*/ 0 h 352425"/>
              <a:gd name="connsiteX0-157" fmla="*/ 38113 w 352425"/>
              <a:gd name="connsiteY0-158" fmla="*/ 0 h 352425"/>
              <a:gd name="connsiteX1-159" fmla="*/ 62232 w 352425"/>
              <a:gd name="connsiteY1-160" fmla="*/ 0 h 352425"/>
              <a:gd name="connsiteX2-161" fmla="*/ 100328 w 352425"/>
              <a:gd name="connsiteY2-162" fmla="*/ 38098 h 352425"/>
              <a:gd name="connsiteX3-163" fmla="*/ 100328 w 352425"/>
              <a:gd name="connsiteY3-164" fmla="*/ 209562 h 352425"/>
              <a:gd name="connsiteX4-165" fmla="*/ 138416 w 352425"/>
              <a:gd name="connsiteY4-166" fmla="*/ 247653 h 352425"/>
              <a:gd name="connsiteX5-167" fmla="*/ 314342 w 352425"/>
              <a:gd name="connsiteY5-168" fmla="*/ 247653 h 352425"/>
              <a:gd name="connsiteX6-169" fmla="*/ 352425 w 352425"/>
              <a:gd name="connsiteY6-170" fmla="*/ 285734 h 352425"/>
              <a:gd name="connsiteX7-171" fmla="*/ 352425 w 352425"/>
              <a:gd name="connsiteY7-172" fmla="*/ 314327 h 352425"/>
              <a:gd name="connsiteX8-173" fmla="*/ 314323 w 352425"/>
              <a:gd name="connsiteY8-174" fmla="*/ 352425 h 352425"/>
              <a:gd name="connsiteX9-175" fmla="*/ 38109 w 352425"/>
              <a:gd name="connsiteY9-176" fmla="*/ 352425 h 352425"/>
              <a:gd name="connsiteX10-177" fmla="*/ 0 w 352425"/>
              <a:gd name="connsiteY10-178" fmla="*/ 314316 h 352425"/>
              <a:gd name="connsiteX11-179" fmla="*/ 0 w 352425"/>
              <a:gd name="connsiteY11-180" fmla="*/ 38113 h 352425"/>
              <a:gd name="connsiteX12-181" fmla="*/ 38113 w 352425"/>
              <a:gd name="connsiteY12-182" fmla="*/ 0 h 352425"/>
              <a:gd name="connsiteX0-183" fmla="*/ 38113 w 352425"/>
              <a:gd name="connsiteY0-184" fmla="*/ 0 h 352425"/>
              <a:gd name="connsiteX1-185" fmla="*/ 62232 w 352425"/>
              <a:gd name="connsiteY1-186" fmla="*/ 0 h 352425"/>
              <a:gd name="connsiteX2-187" fmla="*/ 100328 w 352425"/>
              <a:gd name="connsiteY2-188" fmla="*/ 38098 h 352425"/>
              <a:gd name="connsiteX3-189" fmla="*/ 100328 w 352425"/>
              <a:gd name="connsiteY3-190" fmla="*/ 209562 h 352425"/>
              <a:gd name="connsiteX4-191" fmla="*/ 138416 w 352425"/>
              <a:gd name="connsiteY4-192" fmla="*/ 247653 h 352425"/>
              <a:gd name="connsiteX5-193" fmla="*/ 314342 w 352425"/>
              <a:gd name="connsiteY5-194" fmla="*/ 247653 h 352425"/>
              <a:gd name="connsiteX6-195" fmla="*/ 352425 w 352425"/>
              <a:gd name="connsiteY6-196" fmla="*/ 285734 h 352425"/>
              <a:gd name="connsiteX7-197" fmla="*/ 352425 w 352425"/>
              <a:gd name="connsiteY7-198" fmla="*/ 314327 h 352425"/>
              <a:gd name="connsiteX8-199" fmla="*/ 314323 w 352425"/>
              <a:gd name="connsiteY8-200" fmla="*/ 352425 h 352425"/>
              <a:gd name="connsiteX9-201" fmla="*/ 38109 w 352425"/>
              <a:gd name="connsiteY9-202" fmla="*/ 352425 h 352425"/>
              <a:gd name="connsiteX10-203" fmla="*/ 0 w 352425"/>
              <a:gd name="connsiteY10-204" fmla="*/ 314316 h 352425"/>
              <a:gd name="connsiteX11-205" fmla="*/ 0 w 352425"/>
              <a:gd name="connsiteY11-206" fmla="*/ 38113 h 352425"/>
              <a:gd name="connsiteX12-207" fmla="*/ 38113 w 352425"/>
              <a:gd name="connsiteY12-208" fmla="*/ 0 h 352425"/>
              <a:gd name="connsiteX0-209" fmla="*/ 38113 w 352425"/>
              <a:gd name="connsiteY0-210" fmla="*/ 0 h 352425"/>
              <a:gd name="connsiteX1-211" fmla="*/ 62232 w 352425"/>
              <a:gd name="connsiteY1-212" fmla="*/ 0 h 352425"/>
              <a:gd name="connsiteX2-213" fmla="*/ 100328 w 352425"/>
              <a:gd name="connsiteY2-214" fmla="*/ 38098 h 352425"/>
              <a:gd name="connsiteX3-215" fmla="*/ 100328 w 352425"/>
              <a:gd name="connsiteY3-216" fmla="*/ 209562 h 352425"/>
              <a:gd name="connsiteX4-217" fmla="*/ 138416 w 352425"/>
              <a:gd name="connsiteY4-218" fmla="*/ 247653 h 352425"/>
              <a:gd name="connsiteX5-219" fmla="*/ 314342 w 352425"/>
              <a:gd name="connsiteY5-220" fmla="*/ 247653 h 352425"/>
              <a:gd name="connsiteX6-221" fmla="*/ 352425 w 352425"/>
              <a:gd name="connsiteY6-222" fmla="*/ 285734 h 352425"/>
              <a:gd name="connsiteX7-223" fmla="*/ 352425 w 352425"/>
              <a:gd name="connsiteY7-224" fmla="*/ 314327 h 352425"/>
              <a:gd name="connsiteX8-225" fmla="*/ 314323 w 352425"/>
              <a:gd name="connsiteY8-226" fmla="*/ 352425 h 352425"/>
              <a:gd name="connsiteX9-227" fmla="*/ 38109 w 352425"/>
              <a:gd name="connsiteY9-228" fmla="*/ 352425 h 352425"/>
              <a:gd name="connsiteX10-229" fmla="*/ 0 w 352425"/>
              <a:gd name="connsiteY10-230" fmla="*/ 314316 h 352425"/>
              <a:gd name="connsiteX11-231" fmla="*/ 0 w 352425"/>
              <a:gd name="connsiteY11-232" fmla="*/ 38113 h 352425"/>
              <a:gd name="connsiteX12-233" fmla="*/ 38113 w 352425"/>
              <a:gd name="connsiteY12-234" fmla="*/ 0 h 352425"/>
              <a:gd name="connsiteX0-235" fmla="*/ 38113 w 352425"/>
              <a:gd name="connsiteY0-236" fmla="*/ 0 h 352425"/>
              <a:gd name="connsiteX1-237" fmla="*/ 62232 w 352425"/>
              <a:gd name="connsiteY1-238" fmla="*/ 0 h 352425"/>
              <a:gd name="connsiteX2-239" fmla="*/ 100328 w 352425"/>
              <a:gd name="connsiteY2-240" fmla="*/ 38098 h 352425"/>
              <a:gd name="connsiteX3-241" fmla="*/ 100328 w 352425"/>
              <a:gd name="connsiteY3-242" fmla="*/ 209562 h 352425"/>
              <a:gd name="connsiteX4-243" fmla="*/ 138416 w 352425"/>
              <a:gd name="connsiteY4-244" fmla="*/ 247653 h 352425"/>
              <a:gd name="connsiteX5-245" fmla="*/ 314342 w 352425"/>
              <a:gd name="connsiteY5-246" fmla="*/ 247653 h 352425"/>
              <a:gd name="connsiteX6-247" fmla="*/ 352425 w 352425"/>
              <a:gd name="connsiteY6-248" fmla="*/ 285734 h 352425"/>
              <a:gd name="connsiteX7-249" fmla="*/ 352425 w 352425"/>
              <a:gd name="connsiteY7-250" fmla="*/ 314327 h 352425"/>
              <a:gd name="connsiteX8-251" fmla="*/ 314323 w 352425"/>
              <a:gd name="connsiteY8-252" fmla="*/ 352425 h 352425"/>
              <a:gd name="connsiteX9-253" fmla="*/ 38109 w 352425"/>
              <a:gd name="connsiteY9-254" fmla="*/ 352425 h 352425"/>
              <a:gd name="connsiteX10-255" fmla="*/ 0 w 352425"/>
              <a:gd name="connsiteY10-256" fmla="*/ 314316 h 352425"/>
              <a:gd name="connsiteX11-257" fmla="*/ 0 w 352425"/>
              <a:gd name="connsiteY11-258" fmla="*/ 38113 h 352425"/>
              <a:gd name="connsiteX12-259" fmla="*/ 38113 w 352425"/>
              <a:gd name="connsiteY12-260" fmla="*/ 0 h 352425"/>
              <a:gd name="connsiteX0-261" fmla="*/ 38113 w 352425"/>
              <a:gd name="connsiteY0-262" fmla="*/ 0 h 352425"/>
              <a:gd name="connsiteX1-263" fmla="*/ 62232 w 352425"/>
              <a:gd name="connsiteY1-264" fmla="*/ 0 h 352425"/>
              <a:gd name="connsiteX2-265" fmla="*/ 100328 w 352425"/>
              <a:gd name="connsiteY2-266" fmla="*/ 38098 h 352425"/>
              <a:gd name="connsiteX3-267" fmla="*/ 100328 w 352425"/>
              <a:gd name="connsiteY3-268" fmla="*/ 209562 h 352425"/>
              <a:gd name="connsiteX4-269" fmla="*/ 138416 w 352425"/>
              <a:gd name="connsiteY4-270" fmla="*/ 247653 h 352425"/>
              <a:gd name="connsiteX5-271" fmla="*/ 314342 w 352425"/>
              <a:gd name="connsiteY5-272" fmla="*/ 247653 h 352425"/>
              <a:gd name="connsiteX6-273" fmla="*/ 352425 w 352425"/>
              <a:gd name="connsiteY6-274" fmla="*/ 285734 h 352425"/>
              <a:gd name="connsiteX7-275" fmla="*/ 352425 w 352425"/>
              <a:gd name="connsiteY7-276" fmla="*/ 314327 h 352425"/>
              <a:gd name="connsiteX8-277" fmla="*/ 314323 w 352425"/>
              <a:gd name="connsiteY8-278" fmla="*/ 352425 h 352425"/>
              <a:gd name="connsiteX9-279" fmla="*/ 38109 w 352425"/>
              <a:gd name="connsiteY9-280" fmla="*/ 352425 h 352425"/>
              <a:gd name="connsiteX10-281" fmla="*/ 0 w 352425"/>
              <a:gd name="connsiteY10-282" fmla="*/ 314316 h 352425"/>
              <a:gd name="connsiteX11-283" fmla="*/ 0 w 352425"/>
              <a:gd name="connsiteY11-284" fmla="*/ 38113 h 352425"/>
              <a:gd name="connsiteX12-285" fmla="*/ 38113 w 352425"/>
              <a:gd name="connsiteY12-286" fmla="*/ 0 h 352425"/>
              <a:gd name="connsiteX0-287" fmla="*/ 38113 w 352425"/>
              <a:gd name="connsiteY0-288" fmla="*/ 0 h 352425"/>
              <a:gd name="connsiteX1-289" fmla="*/ 62232 w 352425"/>
              <a:gd name="connsiteY1-290" fmla="*/ 0 h 352425"/>
              <a:gd name="connsiteX2-291" fmla="*/ 100328 w 352425"/>
              <a:gd name="connsiteY2-292" fmla="*/ 38098 h 352425"/>
              <a:gd name="connsiteX3-293" fmla="*/ 100328 w 352425"/>
              <a:gd name="connsiteY3-294" fmla="*/ 209562 h 352425"/>
              <a:gd name="connsiteX4-295" fmla="*/ 138416 w 352425"/>
              <a:gd name="connsiteY4-296" fmla="*/ 247653 h 352425"/>
              <a:gd name="connsiteX5-297" fmla="*/ 314342 w 352425"/>
              <a:gd name="connsiteY5-298" fmla="*/ 247653 h 352425"/>
              <a:gd name="connsiteX6-299" fmla="*/ 352425 w 352425"/>
              <a:gd name="connsiteY6-300" fmla="*/ 285734 h 352425"/>
              <a:gd name="connsiteX7-301" fmla="*/ 352425 w 352425"/>
              <a:gd name="connsiteY7-302" fmla="*/ 314327 h 352425"/>
              <a:gd name="connsiteX8-303" fmla="*/ 314323 w 352425"/>
              <a:gd name="connsiteY8-304" fmla="*/ 352425 h 352425"/>
              <a:gd name="connsiteX9-305" fmla="*/ 38109 w 352425"/>
              <a:gd name="connsiteY9-306" fmla="*/ 352425 h 352425"/>
              <a:gd name="connsiteX10-307" fmla="*/ 0 w 352425"/>
              <a:gd name="connsiteY10-308" fmla="*/ 314316 h 352425"/>
              <a:gd name="connsiteX11-309" fmla="*/ 0 w 352425"/>
              <a:gd name="connsiteY11-310" fmla="*/ 38113 h 352425"/>
              <a:gd name="connsiteX12-311" fmla="*/ 38113 w 352425"/>
              <a:gd name="connsiteY12-312" fmla="*/ 0 h 352425"/>
              <a:gd name="connsiteX0-313" fmla="*/ 38113 w 352425"/>
              <a:gd name="connsiteY0-314" fmla="*/ 0 h 352425"/>
              <a:gd name="connsiteX1-315" fmla="*/ 62232 w 352425"/>
              <a:gd name="connsiteY1-316" fmla="*/ 0 h 352425"/>
              <a:gd name="connsiteX2-317" fmla="*/ 100328 w 352425"/>
              <a:gd name="connsiteY2-318" fmla="*/ 38098 h 352425"/>
              <a:gd name="connsiteX3-319" fmla="*/ 100328 w 352425"/>
              <a:gd name="connsiteY3-320" fmla="*/ 209562 h 352425"/>
              <a:gd name="connsiteX4-321" fmla="*/ 138416 w 352425"/>
              <a:gd name="connsiteY4-322" fmla="*/ 247653 h 352425"/>
              <a:gd name="connsiteX5-323" fmla="*/ 314342 w 352425"/>
              <a:gd name="connsiteY5-324" fmla="*/ 247653 h 352425"/>
              <a:gd name="connsiteX6-325" fmla="*/ 352425 w 352425"/>
              <a:gd name="connsiteY6-326" fmla="*/ 285734 h 352425"/>
              <a:gd name="connsiteX7-327" fmla="*/ 352425 w 352425"/>
              <a:gd name="connsiteY7-328" fmla="*/ 314327 h 352425"/>
              <a:gd name="connsiteX8-329" fmla="*/ 314323 w 352425"/>
              <a:gd name="connsiteY8-330" fmla="*/ 352425 h 352425"/>
              <a:gd name="connsiteX9-331" fmla="*/ 38109 w 352425"/>
              <a:gd name="connsiteY9-332" fmla="*/ 352425 h 352425"/>
              <a:gd name="connsiteX10-333" fmla="*/ 0 w 352425"/>
              <a:gd name="connsiteY10-334" fmla="*/ 314316 h 352425"/>
              <a:gd name="connsiteX11-335" fmla="*/ 0 w 352425"/>
              <a:gd name="connsiteY11-336" fmla="*/ 38113 h 352425"/>
              <a:gd name="connsiteX12-337" fmla="*/ 38113 w 352425"/>
              <a:gd name="connsiteY12-338" fmla="*/ 0 h 352425"/>
              <a:gd name="connsiteX0-339" fmla="*/ 38113 w 352425"/>
              <a:gd name="connsiteY0-340" fmla="*/ 0 h 352425"/>
              <a:gd name="connsiteX1-341" fmla="*/ 62232 w 352425"/>
              <a:gd name="connsiteY1-342" fmla="*/ 0 h 352425"/>
              <a:gd name="connsiteX2-343" fmla="*/ 100328 w 352425"/>
              <a:gd name="connsiteY2-344" fmla="*/ 38098 h 352425"/>
              <a:gd name="connsiteX3-345" fmla="*/ 100328 w 352425"/>
              <a:gd name="connsiteY3-346" fmla="*/ 209562 h 352425"/>
              <a:gd name="connsiteX4-347" fmla="*/ 138416 w 352425"/>
              <a:gd name="connsiteY4-348" fmla="*/ 247653 h 352425"/>
              <a:gd name="connsiteX5-349" fmla="*/ 314342 w 352425"/>
              <a:gd name="connsiteY5-350" fmla="*/ 247653 h 352425"/>
              <a:gd name="connsiteX6-351" fmla="*/ 352425 w 352425"/>
              <a:gd name="connsiteY6-352" fmla="*/ 285734 h 352425"/>
              <a:gd name="connsiteX7-353" fmla="*/ 352425 w 352425"/>
              <a:gd name="connsiteY7-354" fmla="*/ 314327 h 352425"/>
              <a:gd name="connsiteX8-355" fmla="*/ 314323 w 352425"/>
              <a:gd name="connsiteY8-356" fmla="*/ 352425 h 352425"/>
              <a:gd name="connsiteX9-357" fmla="*/ 38109 w 352425"/>
              <a:gd name="connsiteY9-358" fmla="*/ 352425 h 352425"/>
              <a:gd name="connsiteX10-359" fmla="*/ 0 w 352425"/>
              <a:gd name="connsiteY10-360" fmla="*/ 314316 h 352425"/>
              <a:gd name="connsiteX11-361" fmla="*/ 0 w 352425"/>
              <a:gd name="connsiteY11-362" fmla="*/ 38113 h 352425"/>
              <a:gd name="connsiteX12-363" fmla="*/ 38113 w 352425"/>
              <a:gd name="connsiteY12-364" fmla="*/ 0 h 352425"/>
              <a:gd name="connsiteX0-365" fmla="*/ 38113 w 352425"/>
              <a:gd name="connsiteY0-366" fmla="*/ 0 h 352425"/>
              <a:gd name="connsiteX1-367" fmla="*/ 62232 w 352425"/>
              <a:gd name="connsiteY1-368" fmla="*/ 0 h 352425"/>
              <a:gd name="connsiteX2-369" fmla="*/ 100328 w 352425"/>
              <a:gd name="connsiteY2-370" fmla="*/ 38098 h 352425"/>
              <a:gd name="connsiteX3-371" fmla="*/ 100328 w 352425"/>
              <a:gd name="connsiteY3-372" fmla="*/ 209562 h 352425"/>
              <a:gd name="connsiteX4-373" fmla="*/ 138416 w 352425"/>
              <a:gd name="connsiteY4-374" fmla="*/ 247653 h 352425"/>
              <a:gd name="connsiteX5-375" fmla="*/ 314342 w 352425"/>
              <a:gd name="connsiteY5-376" fmla="*/ 247653 h 352425"/>
              <a:gd name="connsiteX6-377" fmla="*/ 352425 w 352425"/>
              <a:gd name="connsiteY6-378" fmla="*/ 285734 h 352425"/>
              <a:gd name="connsiteX7-379" fmla="*/ 352425 w 352425"/>
              <a:gd name="connsiteY7-380" fmla="*/ 314327 h 352425"/>
              <a:gd name="connsiteX8-381" fmla="*/ 314323 w 352425"/>
              <a:gd name="connsiteY8-382" fmla="*/ 352425 h 352425"/>
              <a:gd name="connsiteX9-383" fmla="*/ 38109 w 352425"/>
              <a:gd name="connsiteY9-384" fmla="*/ 352425 h 352425"/>
              <a:gd name="connsiteX10-385" fmla="*/ 0 w 352425"/>
              <a:gd name="connsiteY10-386" fmla="*/ 314316 h 352425"/>
              <a:gd name="connsiteX11-387" fmla="*/ 0 w 352425"/>
              <a:gd name="connsiteY11-388" fmla="*/ 38113 h 352425"/>
              <a:gd name="connsiteX12-389" fmla="*/ 38113 w 352425"/>
              <a:gd name="connsiteY12-390" fmla="*/ 0 h 352425"/>
              <a:gd name="connsiteX0-391" fmla="*/ 38113 w 352425"/>
              <a:gd name="connsiteY0-392" fmla="*/ 0 h 352425"/>
              <a:gd name="connsiteX1-393" fmla="*/ 62232 w 352425"/>
              <a:gd name="connsiteY1-394" fmla="*/ 0 h 352425"/>
              <a:gd name="connsiteX2-395" fmla="*/ 100328 w 352425"/>
              <a:gd name="connsiteY2-396" fmla="*/ 38098 h 352425"/>
              <a:gd name="connsiteX3-397" fmla="*/ 100328 w 352425"/>
              <a:gd name="connsiteY3-398" fmla="*/ 209562 h 352425"/>
              <a:gd name="connsiteX4-399" fmla="*/ 138416 w 352425"/>
              <a:gd name="connsiteY4-400" fmla="*/ 247653 h 352425"/>
              <a:gd name="connsiteX5-401" fmla="*/ 314342 w 352425"/>
              <a:gd name="connsiteY5-402" fmla="*/ 247653 h 352425"/>
              <a:gd name="connsiteX6-403" fmla="*/ 352425 w 352425"/>
              <a:gd name="connsiteY6-404" fmla="*/ 285734 h 352425"/>
              <a:gd name="connsiteX7-405" fmla="*/ 352425 w 352425"/>
              <a:gd name="connsiteY7-406" fmla="*/ 314327 h 352425"/>
              <a:gd name="connsiteX8-407" fmla="*/ 314323 w 352425"/>
              <a:gd name="connsiteY8-408" fmla="*/ 352425 h 352425"/>
              <a:gd name="connsiteX9-409" fmla="*/ 38109 w 352425"/>
              <a:gd name="connsiteY9-410" fmla="*/ 352425 h 352425"/>
              <a:gd name="connsiteX10-411" fmla="*/ 0 w 352425"/>
              <a:gd name="connsiteY10-412" fmla="*/ 314316 h 352425"/>
              <a:gd name="connsiteX11-413" fmla="*/ 0 w 352425"/>
              <a:gd name="connsiteY11-414" fmla="*/ 38113 h 352425"/>
              <a:gd name="connsiteX12-415" fmla="*/ 38113 w 352425"/>
              <a:gd name="connsiteY12-416" fmla="*/ 0 h 352425"/>
              <a:gd name="connsiteX0-417" fmla="*/ 38113 w 352425"/>
              <a:gd name="connsiteY0-418" fmla="*/ 0 h 352425"/>
              <a:gd name="connsiteX1-419" fmla="*/ 62232 w 352425"/>
              <a:gd name="connsiteY1-420" fmla="*/ 0 h 352425"/>
              <a:gd name="connsiteX2-421" fmla="*/ 100328 w 352425"/>
              <a:gd name="connsiteY2-422" fmla="*/ 38098 h 352425"/>
              <a:gd name="connsiteX3-423" fmla="*/ 100328 w 352425"/>
              <a:gd name="connsiteY3-424" fmla="*/ 209562 h 352425"/>
              <a:gd name="connsiteX4-425" fmla="*/ 138416 w 352425"/>
              <a:gd name="connsiteY4-426" fmla="*/ 247653 h 352425"/>
              <a:gd name="connsiteX5-427" fmla="*/ 314342 w 352425"/>
              <a:gd name="connsiteY5-428" fmla="*/ 247653 h 352425"/>
              <a:gd name="connsiteX6-429" fmla="*/ 352425 w 352425"/>
              <a:gd name="connsiteY6-430" fmla="*/ 285734 h 352425"/>
              <a:gd name="connsiteX7-431" fmla="*/ 352425 w 352425"/>
              <a:gd name="connsiteY7-432" fmla="*/ 314327 h 352425"/>
              <a:gd name="connsiteX8-433" fmla="*/ 314323 w 352425"/>
              <a:gd name="connsiteY8-434" fmla="*/ 352425 h 352425"/>
              <a:gd name="connsiteX9-435" fmla="*/ 38109 w 352425"/>
              <a:gd name="connsiteY9-436" fmla="*/ 352425 h 352425"/>
              <a:gd name="connsiteX10-437" fmla="*/ 0 w 352425"/>
              <a:gd name="connsiteY10-438" fmla="*/ 314316 h 352425"/>
              <a:gd name="connsiteX11-439" fmla="*/ 0 w 352425"/>
              <a:gd name="connsiteY11-440" fmla="*/ 38113 h 352425"/>
              <a:gd name="connsiteX12-441" fmla="*/ 38113 w 352425"/>
              <a:gd name="connsiteY12-442" fmla="*/ 0 h 352425"/>
              <a:gd name="connsiteX0-443" fmla="*/ 38113 w 352425"/>
              <a:gd name="connsiteY0-444" fmla="*/ 0 h 352425"/>
              <a:gd name="connsiteX1-445" fmla="*/ 62232 w 352425"/>
              <a:gd name="connsiteY1-446" fmla="*/ 0 h 352425"/>
              <a:gd name="connsiteX2-447" fmla="*/ 100328 w 352425"/>
              <a:gd name="connsiteY2-448" fmla="*/ 38098 h 352425"/>
              <a:gd name="connsiteX3-449" fmla="*/ 100328 w 352425"/>
              <a:gd name="connsiteY3-450" fmla="*/ 209562 h 352425"/>
              <a:gd name="connsiteX4-451" fmla="*/ 138416 w 352425"/>
              <a:gd name="connsiteY4-452" fmla="*/ 247653 h 352425"/>
              <a:gd name="connsiteX5-453" fmla="*/ 314342 w 352425"/>
              <a:gd name="connsiteY5-454" fmla="*/ 247653 h 352425"/>
              <a:gd name="connsiteX6-455" fmla="*/ 352425 w 352425"/>
              <a:gd name="connsiteY6-456" fmla="*/ 285734 h 352425"/>
              <a:gd name="connsiteX7-457" fmla="*/ 352425 w 352425"/>
              <a:gd name="connsiteY7-458" fmla="*/ 314327 h 352425"/>
              <a:gd name="connsiteX8-459" fmla="*/ 314323 w 352425"/>
              <a:gd name="connsiteY8-460" fmla="*/ 352425 h 352425"/>
              <a:gd name="connsiteX9-461" fmla="*/ 38109 w 352425"/>
              <a:gd name="connsiteY9-462" fmla="*/ 352425 h 352425"/>
              <a:gd name="connsiteX10-463" fmla="*/ 0 w 352425"/>
              <a:gd name="connsiteY10-464" fmla="*/ 314316 h 352425"/>
              <a:gd name="connsiteX11-465" fmla="*/ 0 w 352425"/>
              <a:gd name="connsiteY11-466" fmla="*/ 38113 h 352425"/>
              <a:gd name="connsiteX12-467" fmla="*/ 38113 w 352425"/>
              <a:gd name="connsiteY12-468" fmla="*/ 0 h 352425"/>
              <a:gd name="connsiteX0-469" fmla="*/ 38113 w 352425"/>
              <a:gd name="connsiteY0-470" fmla="*/ 0 h 352425"/>
              <a:gd name="connsiteX1-471" fmla="*/ 62232 w 352425"/>
              <a:gd name="connsiteY1-472" fmla="*/ 0 h 352425"/>
              <a:gd name="connsiteX2-473" fmla="*/ 100328 w 352425"/>
              <a:gd name="connsiteY2-474" fmla="*/ 38098 h 352425"/>
              <a:gd name="connsiteX3-475" fmla="*/ 100328 w 352425"/>
              <a:gd name="connsiteY3-476" fmla="*/ 209562 h 352425"/>
              <a:gd name="connsiteX4-477" fmla="*/ 138416 w 352425"/>
              <a:gd name="connsiteY4-478" fmla="*/ 247653 h 352425"/>
              <a:gd name="connsiteX5-479" fmla="*/ 314342 w 352425"/>
              <a:gd name="connsiteY5-480" fmla="*/ 247653 h 352425"/>
              <a:gd name="connsiteX6-481" fmla="*/ 352425 w 352425"/>
              <a:gd name="connsiteY6-482" fmla="*/ 285734 h 352425"/>
              <a:gd name="connsiteX7-483" fmla="*/ 352425 w 352425"/>
              <a:gd name="connsiteY7-484" fmla="*/ 314327 h 352425"/>
              <a:gd name="connsiteX8-485" fmla="*/ 314323 w 352425"/>
              <a:gd name="connsiteY8-486" fmla="*/ 352425 h 352425"/>
              <a:gd name="connsiteX9-487" fmla="*/ 38109 w 352425"/>
              <a:gd name="connsiteY9-488" fmla="*/ 352425 h 352425"/>
              <a:gd name="connsiteX10-489" fmla="*/ 0 w 352425"/>
              <a:gd name="connsiteY10-490" fmla="*/ 314316 h 352425"/>
              <a:gd name="connsiteX11-491" fmla="*/ 0 w 352425"/>
              <a:gd name="connsiteY11-492" fmla="*/ 38113 h 352425"/>
              <a:gd name="connsiteX12-493" fmla="*/ 38113 w 352425"/>
              <a:gd name="connsiteY12-494" fmla="*/ 0 h 352425"/>
              <a:gd name="connsiteX0-495" fmla="*/ 38113 w 352425"/>
              <a:gd name="connsiteY0-496" fmla="*/ 0 h 352425"/>
              <a:gd name="connsiteX1-497" fmla="*/ 62232 w 352425"/>
              <a:gd name="connsiteY1-498" fmla="*/ 0 h 352425"/>
              <a:gd name="connsiteX2-499" fmla="*/ 100328 w 352425"/>
              <a:gd name="connsiteY2-500" fmla="*/ 38098 h 352425"/>
              <a:gd name="connsiteX3-501" fmla="*/ 100328 w 352425"/>
              <a:gd name="connsiteY3-502" fmla="*/ 209562 h 352425"/>
              <a:gd name="connsiteX4-503" fmla="*/ 138416 w 352425"/>
              <a:gd name="connsiteY4-504" fmla="*/ 247653 h 352425"/>
              <a:gd name="connsiteX5-505" fmla="*/ 314342 w 352425"/>
              <a:gd name="connsiteY5-506" fmla="*/ 247653 h 352425"/>
              <a:gd name="connsiteX6-507" fmla="*/ 352425 w 352425"/>
              <a:gd name="connsiteY6-508" fmla="*/ 285734 h 352425"/>
              <a:gd name="connsiteX7-509" fmla="*/ 352425 w 352425"/>
              <a:gd name="connsiteY7-510" fmla="*/ 314327 h 352425"/>
              <a:gd name="connsiteX8-511" fmla="*/ 314323 w 352425"/>
              <a:gd name="connsiteY8-512" fmla="*/ 352425 h 352425"/>
              <a:gd name="connsiteX9-513" fmla="*/ 38109 w 352425"/>
              <a:gd name="connsiteY9-514" fmla="*/ 352425 h 352425"/>
              <a:gd name="connsiteX10-515" fmla="*/ 0 w 352425"/>
              <a:gd name="connsiteY10-516" fmla="*/ 314316 h 352425"/>
              <a:gd name="connsiteX11-517" fmla="*/ 0 w 352425"/>
              <a:gd name="connsiteY11-518" fmla="*/ 38113 h 352425"/>
              <a:gd name="connsiteX12-519" fmla="*/ 38113 w 352425"/>
              <a:gd name="connsiteY12-520" fmla="*/ 0 h 352425"/>
              <a:gd name="connsiteX0-521" fmla="*/ 38113 w 352425"/>
              <a:gd name="connsiteY0-522" fmla="*/ 0 h 352425"/>
              <a:gd name="connsiteX1-523" fmla="*/ 62232 w 352425"/>
              <a:gd name="connsiteY1-524" fmla="*/ 0 h 352425"/>
              <a:gd name="connsiteX2-525" fmla="*/ 100328 w 352425"/>
              <a:gd name="connsiteY2-526" fmla="*/ 38098 h 352425"/>
              <a:gd name="connsiteX3-527" fmla="*/ 100328 w 352425"/>
              <a:gd name="connsiteY3-528" fmla="*/ 209562 h 352425"/>
              <a:gd name="connsiteX4-529" fmla="*/ 138416 w 352425"/>
              <a:gd name="connsiteY4-530" fmla="*/ 247653 h 352425"/>
              <a:gd name="connsiteX5-531" fmla="*/ 314342 w 352425"/>
              <a:gd name="connsiteY5-532" fmla="*/ 247653 h 352425"/>
              <a:gd name="connsiteX6-533" fmla="*/ 352425 w 352425"/>
              <a:gd name="connsiteY6-534" fmla="*/ 285734 h 352425"/>
              <a:gd name="connsiteX7-535" fmla="*/ 352425 w 352425"/>
              <a:gd name="connsiteY7-536" fmla="*/ 314327 h 352425"/>
              <a:gd name="connsiteX8-537" fmla="*/ 314323 w 352425"/>
              <a:gd name="connsiteY8-538" fmla="*/ 352425 h 352425"/>
              <a:gd name="connsiteX9-539" fmla="*/ 38109 w 352425"/>
              <a:gd name="connsiteY9-540" fmla="*/ 352425 h 352425"/>
              <a:gd name="connsiteX10-541" fmla="*/ 0 w 352425"/>
              <a:gd name="connsiteY10-542" fmla="*/ 314316 h 352425"/>
              <a:gd name="connsiteX11-543" fmla="*/ 0 w 352425"/>
              <a:gd name="connsiteY11-544" fmla="*/ 38113 h 352425"/>
              <a:gd name="connsiteX12-545" fmla="*/ 38113 w 352425"/>
              <a:gd name="connsiteY12-546" fmla="*/ 0 h 352425"/>
              <a:gd name="connsiteX0-547" fmla="*/ 38113 w 352425"/>
              <a:gd name="connsiteY0-548" fmla="*/ 0 h 352425"/>
              <a:gd name="connsiteX1-549" fmla="*/ 62232 w 352425"/>
              <a:gd name="connsiteY1-550" fmla="*/ 0 h 352425"/>
              <a:gd name="connsiteX2-551" fmla="*/ 100328 w 352425"/>
              <a:gd name="connsiteY2-552" fmla="*/ 38098 h 352425"/>
              <a:gd name="connsiteX3-553" fmla="*/ 100328 w 352425"/>
              <a:gd name="connsiteY3-554" fmla="*/ 209562 h 352425"/>
              <a:gd name="connsiteX4-555" fmla="*/ 138416 w 352425"/>
              <a:gd name="connsiteY4-556" fmla="*/ 247653 h 352425"/>
              <a:gd name="connsiteX5-557" fmla="*/ 314342 w 352425"/>
              <a:gd name="connsiteY5-558" fmla="*/ 247653 h 352425"/>
              <a:gd name="connsiteX6-559" fmla="*/ 352425 w 352425"/>
              <a:gd name="connsiteY6-560" fmla="*/ 285734 h 352425"/>
              <a:gd name="connsiteX7-561" fmla="*/ 352425 w 352425"/>
              <a:gd name="connsiteY7-562" fmla="*/ 314327 h 352425"/>
              <a:gd name="connsiteX8-563" fmla="*/ 314323 w 352425"/>
              <a:gd name="connsiteY8-564" fmla="*/ 352425 h 352425"/>
              <a:gd name="connsiteX9-565" fmla="*/ 38109 w 352425"/>
              <a:gd name="connsiteY9-566" fmla="*/ 352425 h 352425"/>
              <a:gd name="connsiteX10-567" fmla="*/ 0 w 352425"/>
              <a:gd name="connsiteY10-568" fmla="*/ 314316 h 352425"/>
              <a:gd name="connsiteX11-569" fmla="*/ 0 w 352425"/>
              <a:gd name="connsiteY11-570" fmla="*/ 38113 h 352425"/>
              <a:gd name="connsiteX12-571" fmla="*/ 38113 w 352425"/>
              <a:gd name="connsiteY12-572" fmla="*/ 0 h 3524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352425" h="352425">
                <a:moveTo>
                  <a:pt x="38113" y="0"/>
                </a:moveTo>
                <a:cubicBezTo>
                  <a:pt x="38113" y="0"/>
                  <a:pt x="62233" y="1"/>
                  <a:pt x="62232" y="0"/>
                </a:cubicBezTo>
                <a:cubicBezTo>
                  <a:pt x="84551" y="1"/>
                  <a:pt x="100329" y="15781"/>
                  <a:pt x="100328" y="38098"/>
                </a:cubicBezTo>
                <a:cubicBezTo>
                  <a:pt x="100329" y="38099"/>
                  <a:pt x="100329" y="209563"/>
                  <a:pt x="100328" y="209562"/>
                </a:cubicBezTo>
                <a:cubicBezTo>
                  <a:pt x="100329" y="231876"/>
                  <a:pt x="116104" y="247654"/>
                  <a:pt x="138416" y="247653"/>
                </a:cubicBezTo>
                <a:cubicBezTo>
                  <a:pt x="138417" y="247654"/>
                  <a:pt x="314343" y="247654"/>
                  <a:pt x="314342" y="247653"/>
                </a:cubicBezTo>
                <a:cubicBezTo>
                  <a:pt x="336652" y="247654"/>
                  <a:pt x="352426" y="263426"/>
                  <a:pt x="352425" y="285734"/>
                </a:cubicBezTo>
                <a:cubicBezTo>
                  <a:pt x="352426" y="285735"/>
                  <a:pt x="352426" y="314328"/>
                  <a:pt x="352425" y="314327"/>
                </a:cubicBezTo>
                <a:cubicBezTo>
                  <a:pt x="352426" y="336646"/>
                  <a:pt x="336644" y="352426"/>
                  <a:pt x="314323" y="352425"/>
                </a:cubicBezTo>
                <a:cubicBezTo>
                  <a:pt x="314324" y="352426"/>
                  <a:pt x="38110" y="352426"/>
                  <a:pt x="38109" y="352425"/>
                </a:cubicBezTo>
                <a:cubicBezTo>
                  <a:pt x="15787" y="352426"/>
                  <a:pt x="1" y="336640"/>
                  <a:pt x="0" y="314316"/>
                </a:cubicBezTo>
                <a:cubicBezTo>
                  <a:pt x="1" y="314317"/>
                  <a:pt x="1" y="38114"/>
                  <a:pt x="0" y="38113"/>
                </a:cubicBezTo>
                <a:cubicBezTo>
                  <a:pt x="1" y="15790"/>
                  <a:pt x="15788" y="0"/>
                  <a:pt x="38113" y="0"/>
                </a:cubicBezTo>
                <a:close/>
              </a:path>
            </a:pathLst>
          </a:custGeom>
          <a:gradFill>
            <a:gsLst>
              <a:gs pos="88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</a:gsLst>
            <a:lin ang="8100000" scaled="1"/>
          </a:gradFill>
          <a:ln>
            <a:noFill/>
          </a:ln>
          <a:effectLst>
            <a:outerShdw blurRad="101600" dist="38100" dir="8100000" algn="t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内容占位符 3"/>
          <p:cNvGraphicFramePr/>
          <p:nvPr>
            <p:ph idx="1"/>
            <p:custDataLst>
              <p:tags r:id="rId7"/>
            </p:custDataLst>
          </p:nvPr>
        </p:nvGraphicFramePr>
        <p:xfrm>
          <a:off x="1002030" y="1732915"/>
          <a:ext cx="10194925" cy="433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775"/>
                <a:gridCol w="1750060"/>
                <a:gridCol w="1864360"/>
                <a:gridCol w="1083310"/>
                <a:gridCol w="1201420"/>
                <a:gridCol w="558800"/>
                <a:gridCol w="558800"/>
                <a:gridCol w="558800"/>
                <a:gridCol w="558800"/>
                <a:gridCol w="558800"/>
              </a:tblGrid>
              <a:tr h="6858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美术包</a:t>
                      </a: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b="1" spc="13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ui</a:t>
                      </a:r>
                      <a:r>
                        <a:rPr lang="zh-CN" altLang="en-US" sz="2000" b="1" spc="13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界面</a:t>
                      </a: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2000" b="1" spc="13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unity</a:t>
                      </a:r>
                      <a:r>
                        <a:rPr lang="zh-CN" altLang="en-US" sz="2000" b="1" spc="13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打包</a:t>
                      </a: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音效</a:t>
                      </a: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2000" b="1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动画</a:t>
                      </a: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2000" b="1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100203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过场动画拆分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进场动画卡片界面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开始界面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过场动画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100203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关卡火焰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提示纹样图案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中间界面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地主动画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100330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开始</a:t>
                      </a:r>
                      <a:r>
                        <a:rPr lang="en-US" altLang="zh-CN" sz="1800" b="0" spc="13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ui</a:t>
                      </a: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界面文字设计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进场动画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64516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设置家园</a:t>
                      </a:r>
                      <a:r>
                        <a:rPr lang="en-US" altLang="zh-CN" sz="1800" b="0" spc="130">
                          <a:latin typeface="微软雅黑" panose="020B0503020204020204" charset="-122"/>
                          <a:ea typeface="微软雅黑" panose="020B0503020204020204" charset="-122"/>
                        </a:rPr>
                        <a:t>ui</a:t>
                      </a:r>
                      <a:endParaRPr lang="en-US" altLang="zh-CN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0" spc="13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ui</a:t>
                      </a:r>
                      <a:r>
                        <a:rPr lang="zh-CN" altLang="en-US" sz="1800" b="0" spc="13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界面打包</a:t>
                      </a: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1800" b="0" spc="13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15900" marR="215900" marT="133350" marB="133350" anchor="ctr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722081458&quot;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722081458&quot;}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722081458&quot;}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722081458&quot;}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722081458&quot;}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176],&quot;65&quot;:[20205081]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863*297"/>
  <p:tag name="TABLE_ENDDRAG_RECT" val="47*117*863*297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custom20235029_1*i*1"/>
  <p:tag name="KSO_WM_TEMPLATE_CATEGORY" val="custom"/>
  <p:tag name="KSO_WM_TEMPLATE_INDEX" val="20235029"/>
  <p:tag name="KSO_WM_UNIT_LAYERLEVEL" val="1"/>
  <p:tag name="KSO_WM_TAG_VERSION" val="3.0"/>
  <p:tag name="KSO_WM_UNIT_TYPE" val="i"/>
  <p:tag name="KSO_WM_UNIT_INDEX" val="1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29_1*a*1"/>
  <p:tag name="KSO_WM_TEMPLATE_CATEGORY" val="custom"/>
  <p:tag name="KSO_WM_TEMPLATE_INDEX" val="20235029"/>
  <p:tag name="KSO_WM_UNIT_LAYERLEVEL" val="1"/>
  <p:tag name="KSO_WM_TAG_VERSION" val="3.0"/>
  <p:tag name="KSO_WM_BEAUTIFY_FLAG" val="#wm#"/>
  <p:tag name="KSO_WM_UNIT_VALUE" val="29"/>
  <p:tag name="KSO_WM_UNIT_TEXT_TYPE" val="1"/>
  <p:tag name="KSO_WM_UNIT_PRESET_TEXT" val="单击此处添加标题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029_1*i*2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029_1*i*3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029_1*i*4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5029_1*i*5"/>
  <p:tag name="KSO_WM_TEMPLATE_CATEGORY" val="custom"/>
  <p:tag name="KSO_WM_TEMPLATE_INDEX" val="20235029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864*315"/>
  <p:tag name="TABLE_ENDDRAG_RECT" val="40*117*864*315"/>
</p:tagLst>
</file>

<file path=ppt/tags/tag99.xml><?xml version="1.0" encoding="utf-8"?>
<p:tagLst xmlns:p="http://schemas.openxmlformats.org/presentationml/2006/main">
  <p:tag name="KSO_WM_SLIDE_ID" val="custom2023502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029"/>
  <p:tag name="KSO_WM_SLIDE_LAYOUT" val="a_β"/>
  <p:tag name="KSO_WM_SLIDE_LAYOUT_CNT" val="1_1"/>
  <p:tag name="KSO_WM_SLIDE_SIZE" val="857*477"/>
  <p:tag name="KSO_WM_SLIDE_POSITION" val="51*28"/>
</p:tagLst>
</file>

<file path=ppt/tags/tag100.xml><?xml version="1.0" encoding="utf-8"?>
<p:tagLst xmlns:p="http://schemas.openxmlformats.org/presentationml/2006/main">
  <p:tag name="resource_record_key" val="{&quot;10&quot;:[50059176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WPS 演示</Application>
  <PresentationFormat>宽屏</PresentationFormat>
  <Paragraphs>70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美术缺失的内容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颜仪晖</cp:lastModifiedBy>
  <cp:revision>157</cp:revision>
  <dcterms:created xsi:type="dcterms:W3CDTF">2019-06-19T02:08:00Z</dcterms:created>
  <dcterms:modified xsi:type="dcterms:W3CDTF">2026-05-24T08:57:06Z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EFC7CDFAF18B4458BB20F223DDA923EC_11</vt:lpwstr>
  </property>
</Properties>
</file>